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14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92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76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49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2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83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8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51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84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90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46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E4E33-CA2C-4F2A-9AC5-616AD15786E5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444F3-4613-438E-9361-5EC321FB19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09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God Rhythms You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Заречнев</a:t>
            </a:r>
            <a:r>
              <a:rPr lang="ru-RU" dirty="0" smtClean="0"/>
              <a:t> Антон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827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Разработка ритм-игры с уникальными механиками, объединяющей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ru-RU" dirty="0"/>
              <a:t>Традиционный </a:t>
            </a:r>
            <a:r>
              <a:rPr lang="ru-RU" dirty="0" err="1"/>
              <a:t>геймплей</a:t>
            </a:r>
            <a:r>
              <a:rPr lang="ru-RU" dirty="0"/>
              <a:t> ритм-игр</a:t>
            </a:r>
          </a:p>
          <a:p>
            <a:r>
              <a:rPr lang="ru-RU" dirty="0"/>
              <a:t>Два типа </a:t>
            </a:r>
            <a:r>
              <a:rPr lang="ru-RU" dirty="0" smtClean="0"/>
              <a:t>нот</a:t>
            </a:r>
            <a:endParaRPr lang="en-US" dirty="0" smtClean="0"/>
          </a:p>
          <a:p>
            <a:r>
              <a:rPr lang="ru-RU" dirty="0"/>
              <a:t>Систему слайдеров с </a:t>
            </a:r>
            <a:r>
              <a:rPr lang="ru-RU" dirty="0" smtClean="0"/>
              <a:t>удержанием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245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Решаемые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интуитивного интерфейса меню на PyQt6</a:t>
            </a:r>
          </a:p>
          <a:p>
            <a:r>
              <a:rPr lang="ru-RU" dirty="0"/>
              <a:t>Реализация точного определения времени нажатий</a:t>
            </a:r>
          </a:p>
          <a:p>
            <a:r>
              <a:rPr lang="ru-RU" dirty="0"/>
              <a:t>Визуальная обратная связь через частицы и анимации</a:t>
            </a:r>
          </a:p>
          <a:p>
            <a:r>
              <a:rPr lang="ru-RU" dirty="0"/>
              <a:t>Система подсчета очков и </a:t>
            </a:r>
            <a:r>
              <a:rPr lang="ru-RU" dirty="0" err="1" smtClean="0"/>
              <a:t>комбо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183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Использованные 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3 </a:t>
            </a:r>
            <a:r>
              <a:rPr lang="ru-RU" dirty="0" smtClean="0"/>
              <a:t>– язык программирования</a:t>
            </a:r>
          </a:p>
          <a:p>
            <a:r>
              <a:rPr lang="en-US" dirty="0" smtClean="0"/>
              <a:t>PyQt6 </a:t>
            </a:r>
            <a:r>
              <a:rPr lang="ru-RU" dirty="0" smtClean="0"/>
              <a:t>– графический интерфейс</a:t>
            </a:r>
          </a:p>
          <a:p>
            <a:r>
              <a:rPr lang="en-US" dirty="0" smtClean="0"/>
              <a:t>Arcade –</a:t>
            </a:r>
            <a:r>
              <a:rPr lang="ru-RU" dirty="0" smtClean="0"/>
              <a:t> игровой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125430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</a:t>
            </a:r>
            <a:r>
              <a:rPr lang="en-US" dirty="0" smtClean="0"/>
              <a:t> PyQt6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StartMenu</a:t>
            </a:r>
            <a:r>
              <a:rPr lang="en-US" dirty="0"/>
              <a:t> - </a:t>
            </a:r>
            <a:r>
              <a:rPr lang="ru-RU" dirty="0"/>
              <a:t>главное </a:t>
            </a:r>
            <a:r>
              <a:rPr lang="ru-RU" dirty="0" smtClean="0"/>
              <a:t>меню</a:t>
            </a:r>
          </a:p>
          <a:p>
            <a:r>
              <a:rPr lang="en-US" dirty="0" err="1"/>
              <a:t>MainMenu</a:t>
            </a:r>
            <a:r>
              <a:rPr lang="en-US" dirty="0"/>
              <a:t>, </a:t>
            </a:r>
            <a:r>
              <a:rPr lang="en-US" dirty="0" err="1"/>
              <a:t>SelectSong</a:t>
            </a:r>
            <a:r>
              <a:rPr lang="en-US" dirty="0"/>
              <a:t>, Settings - </a:t>
            </a:r>
            <a:r>
              <a:rPr lang="ru-RU" dirty="0"/>
              <a:t>экраны </a:t>
            </a:r>
            <a:r>
              <a:rPr lang="ru-RU" dirty="0" smtClean="0"/>
              <a:t>интерфейса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051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 </a:t>
            </a:r>
            <a:r>
              <a:rPr lang="en-US" dirty="0" smtClean="0"/>
              <a:t>Arcade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GameView</a:t>
            </a:r>
            <a:r>
              <a:rPr lang="en-US" dirty="0"/>
              <a:t> - </a:t>
            </a:r>
            <a:r>
              <a:rPr lang="ru-RU" dirty="0"/>
              <a:t>основной игровой процесс</a:t>
            </a:r>
          </a:p>
          <a:p>
            <a:r>
              <a:rPr lang="en-US" dirty="0"/>
              <a:t>Note - </a:t>
            </a:r>
            <a:r>
              <a:rPr lang="ru-RU" dirty="0"/>
              <a:t>базовый класс нот</a:t>
            </a:r>
          </a:p>
          <a:p>
            <a:r>
              <a:rPr lang="en-US" dirty="0" err="1"/>
              <a:t>SliderBody</a:t>
            </a:r>
            <a:r>
              <a:rPr lang="en-US" dirty="0"/>
              <a:t> </a:t>
            </a:r>
            <a:r>
              <a:rPr lang="ru-RU" dirty="0"/>
              <a:t>и </a:t>
            </a:r>
            <a:r>
              <a:rPr lang="en-US" dirty="0" err="1"/>
              <a:t>SliderEnd</a:t>
            </a:r>
            <a:r>
              <a:rPr lang="en-US" dirty="0"/>
              <a:t> - </a:t>
            </a:r>
            <a:r>
              <a:rPr lang="ru-RU" dirty="0"/>
              <a:t>элементы слайдеров</a:t>
            </a:r>
          </a:p>
          <a:p>
            <a:r>
              <a:rPr lang="en-US" dirty="0"/>
              <a:t>Button - </a:t>
            </a:r>
            <a:r>
              <a:rPr lang="ru-RU" dirty="0"/>
              <a:t>интерактивные </a:t>
            </a:r>
            <a:r>
              <a:rPr lang="ru-RU" dirty="0" smtClean="0"/>
              <a:t>кнопки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391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Вспомогательные модули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ConfigManager</a:t>
            </a:r>
            <a:r>
              <a:rPr lang="en-US" dirty="0"/>
              <a:t> - </a:t>
            </a:r>
            <a:r>
              <a:rPr lang="ru-RU" dirty="0"/>
              <a:t>управление настройками</a:t>
            </a:r>
          </a:p>
          <a:p>
            <a:r>
              <a:rPr lang="en-US" dirty="0" err="1"/>
              <a:t>AccuracyText</a:t>
            </a:r>
            <a:r>
              <a:rPr lang="en-US" dirty="0"/>
              <a:t>, </a:t>
            </a:r>
            <a:r>
              <a:rPr lang="en-US" dirty="0" err="1"/>
              <a:t>ComboText</a:t>
            </a:r>
            <a:r>
              <a:rPr lang="en-US" dirty="0"/>
              <a:t> - </a:t>
            </a:r>
            <a:r>
              <a:rPr lang="ru-RU" dirty="0"/>
              <a:t>визуальные элементы</a:t>
            </a:r>
          </a:p>
          <a:p>
            <a:r>
              <a:rPr lang="en-US" dirty="0" err="1"/>
              <a:t>ResultsView</a:t>
            </a:r>
            <a:r>
              <a:rPr lang="en-US" dirty="0"/>
              <a:t> - </a:t>
            </a:r>
            <a:r>
              <a:rPr lang="ru-RU" dirty="0"/>
              <a:t>экран </a:t>
            </a:r>
            <a:r>
              <a:rPr lang="ru-RU" dirty="0" smtClean="0"/>
              <a:t>результатов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98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Двойная система </a:t>
            </a:r>
            <a:r>
              <a:rPr lang="ru-RU" dirty="0" smtClean="0"/>
              <a:t>управления</a:t>
            </a:r>
          </a:p>
          <a:p>
            <a:r>
              <a:rPr lang="ru-RU" dirty="0"/>
              <a:t>Слайдеры с прогрессивным подсчетом очков</a:t>
            </a:r>
          </a:p>
          <a:p>
            <a:r>
              <a:rPr lang="ru-RU" dirty="0"/>
              <a:t>Система точности с 5 </a:t>
            </a:r>
            <a:r>
              <a:rPr lang="ru-RU" dirty="0" smtClean="0"/>
              <a:t>градациями</a:t>
            </a:r>
          </a:p>
          <a:p>
            <a:r>
              <a:rPr lang="ru-RU" dirty="0"/>
              <a:t>Анимационные эффекты и </a:t>
            </a:r>
            <a:r>
              <a:rPr lang="ru-RU" dirty="0" smtClean="0"/>
              <a:t>частицы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329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Проект успешно реализован. Создана полноценная ритм игра с с</a:t>
            </a:r>
            <a:r>
              <a:rPr lang="ru-RU" dirty="0" smtClean="0"/>
              <a:t>истемой </a:t>
            </a:r>
            <a:r>
              <a:rPr lang="ru-RU" dirty="0"/>
              <a:t>загрузки и воспроизведения карт</a:t>
            </a:r>
            <a:r>
              <a:rPr lang="ru-RU" dirty="0" smtClean="0"/>
              <a:t>.</a:t>
            </a:r>
          </a:p>
          <a:p>
            <a:r>
              <a:rPr lang="ru-RU" dirty="0" smtClean="0"/>
              <a:t>Были решены достаточно непростые задачи, такие как правильная работа слайдеров и счётчика времени.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4055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Возможности по доработке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Добавление новых музыкальных композиций</a:t>
            </a:r>
          </a:p>
          <a:p>
            <a:r>
              <a:rPr lang="ru-RU" dirty="0"/>
              <a:t>Оптимизация производительности</a:t>
            </a:r>
          </a:p>
          <a:p>
            <a:r>
              <a:rPr lang="ru-RU" dirty="0"/>
              <a:t>Редактор </a:t>
            </a:r>
            <a:r>
              <a:rPr lang="ru-RU" dirty="0" smtClean="0"/>
              <a:t>карт</a:t>
            </a:r>
          </a:p>
          <a:p>
            <a:r>
              <a:rPr lang="ru-RU" dirty="0" smtClean="0"/>
              <a:t>Таблица рекордов</a:t>
            </a:r>
          </a:p>
          <a:p>
            <a:r>
              <a:rPr lang="ru-RU" dirty="0" smtClean="0"/>
              <a:t>Улучшение графики и </a:t>
            </a:r>
            <a:r>
              <a:rPr lang="en-US" dirty="0" err="1" smtClean="0"/>
              <a:t>QoL</a:t>
            </a:r>
            <a:r>
              <a:rPr lang="en-US" dirty="0" smtClean="0"/>
              <a:t> </a:t>
            </a:r>
            <a:r>
              <a:rPr lang="ru-RU" dirty="0" smtClean="0"/>
              <a:t>изменения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524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140</Words>
  <Application>Microsoft Office PowerPoint</Application>
  <PresentationFormat>Экран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God Rhythms You</vt:lpstr>
      <vt:lpstr>Идея</vt:lpstr>
      <vt:lpstr>Решаемые задачи</vt:lpstr>
      <vt:lpstr>Использованные технологии</vt:lpstr>
      <vt:lpstr>Классы PyQt6</vt:lpstr>
      <vt:lpstr>Классы Arcade</vt:lpstr>
      <vt:lpstr>Вспомогательные модули</vt:lpstr>
      <vt:lpstr>Особенности</vt:lpstr>
      <vt:lpstr>Вывод</vt:lpstr>
      <vt:lpstr>Возможности по доработке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God Rhythms You</dc:title>
  <dc:creator>User</dc:creator>
  <cp:lastModifiedBy>User</cp:lastModifiedBy>
  <cp:revision>4</cp:revision>
  <dcterms:created xsi:type="dcterms:W3CDTF">2026-02-07T04:09:30Z</dcterms:created>
  <dcterms:modified xsi:type="dcterms:W3CDTF">2026-02-07T05:09:29Z</dcterms:modified>
</cp:coreProperties>
</file>